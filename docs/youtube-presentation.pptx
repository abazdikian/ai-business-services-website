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7" r:id="rId8"/>
    <p:sldId id="262" r:id="rId9"/>
    <p:sldId id="270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4"/>
  </p:normalViewPr>
  <p:slideViewPr>
    <p:cSldViewPr snapToGrid="0" snapToObjects="1">
      <p:cViewPr varScale="1">
        <p:scale>
          <a:sx n="117" d="100"/>
          <a:sy n="117" d="100"/>
        </p:scale>
        <p:origin x="176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C9A847"/>
                </a:solidFill>
                <a:latin typeface="Calibri"/>
              </a:defRPr>
            </a:pPr>
            <a:r>
              <a:t>YOUTUBE VIDEO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0000"/>
            <a:ext cx="7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0">
                <a:solidFill>
                  <a:srgbClr val="F8F3EE"/>
                </a:solidFill>
                <a:latin typeface="Georgia"/>
              </a:defRPr>
            </a:pPr>
            <a:r>
              <a:rPr dirty="0"/>
              <a:t>One Weekend + Claude Code</a:t>
            </a:r>
          </a:p>
          <a:p>
            <a:pPr algn="l">
              <a:spcAft>
                <a:spcPts val="200"/>
              </a:spcAft>
              <a:defRPr sz="3400" b="0">
                <a:solidFill>
                  <a:srgbClr val="F8F3EE"/>
                </a:solidFill>
                <a:latin typeface="Georgia"/>
              </a:defRPr>
            </a:pPr>
            <a:r>
              <a:rPr dirty="0"/>
              <a:t>= Two Awesome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00000"/>
            <a:ext cx="7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A847"/>
                </a:solidFill>
                <a:latin typeface="Georgia"/>
              </a:defRPr>
            </a:pPr>
            <a:r>
              <a:rPr dirty="0"/>
              <a:t>With no coding knowledge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520440"/>
            <a:ext cx="2500000" cy="11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60" y="3584440"/>
            <a:ext cx="2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60" y="377044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3EE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60" y="417044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AC8"/>
                </a:solidFill>
                <a:latin typeface="Calibri"/>
              </a:defRPr>
            </a:pPr>
            <a:r>
              <a:t>HTML pages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360" y="3520440"/>
            <a:ext cx="2500000" cy="11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2360" y="3584440"/>
            <a:ext cx="2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BLOG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360" y="377044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3EE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360" y="417044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AC8"/>
                </a:solidFill>
                <a:latin typeface="Calibri"/>
              </a:defRPr>
            </a:pPr>
            <a:r>
              <a:t>Full articles with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4360" y="3520440"/>
            <a:ext cx="2500000" cy="11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2360" y="3584440"/>
            <a:ext cx="2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CODE WRITTEN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2360" y="377044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3EE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2360" y="417044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AC8"/>
                </a:solidFill>
                <a:latin typeface="Calibri"/>
              </a:defRPr>
            </a:pPr>
            <a:r>
              <a:t>Zero lines by a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4632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Alice Bazdikian  ·  Small Business AI Coach  ·  smallbusinessaicoach.com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3EE"/>
                </a:solidFill>
                <a:latin typeface="Georgia"/>
              </a:defRPr>
            </a:pPr>
            <a:r>
              <a:rPr dirty="0"/>
              <a:t>Two Businesses. One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0000"/>
            <a:ext cx="3800000" cy="33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000" y="13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SITE 1: SMALLBUSINESSAICOACH.COM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000" y="15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3EE"/>
                </a:solidFill>
                <a:latin typeface="Georgia"/>
              </a:defRPr>
            </a:pPr>
            <a:r>
              <a:t>AI Coaching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000" y="1950000"/>
            <a:ext cx="35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15-page marketing website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Blog engine (10 posts from JSON)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4 interactive lead magnets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AI content pipeline (automated)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Weekly email digest system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LinkedIn carousel renderer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SEO: schema, sitemap, robots.txt, llms.txt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Stripe checkout + thank-you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0000" y="1200000"/>
            <a:ext cx="3800000" cy="33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28000" y="13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SITE 2: SOVEREIGNAFBOOK.COM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00" y="1500000"/>
            <a:ext cx="35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3EE"/>
                </a:solidFill>
                <a:latin typeface="Georgia"/>
              </a:defRPr>
            </a:pPr>
            <a:r>
              <a:rPr lang="en-CA" dirty="0"/>
              <a:t>Sovereign AF Book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828000" y="1950000"/>
            <a:ext cx="350000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rPr lang="en-CA" dirty="0"/>
              <a:t>Author page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rPr lang="en-CA" dirty="0"/>
              <a:t>Beautiful graphics, took like 2-3 hours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rPr lang="en-CA" dirty="0"/>
              <a:t>Great for quick authority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" y="484632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Alice Bazdikian  ·  Small Business AI Coach  ·  smallbusinessaicoach.com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D2240"/>
                </a:solidFill>
                <a:latin typeface="Calibri"/>
              </a:defRPr>
            </a:pPr>
            <a:r>
              <a:t>THE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410"/>
                </a:solidFill>
                <a:latin typeface="Georgia"/>
              </a:defRPr>
            </a:pPr>
            <a:r>
              <a:t>Free Tools That Power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00000"/>
            <a:ext cx="26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4360" y="12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D2240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360" y="14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The AI coding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360" y="1620000"/>
            <a:ext cx="2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A3F38"/>
                </a:solidFill>
                <a:latin typeface="Calibri"/>
              </a:defRPr>
            </a:pPr>
            <a:r>
              <a:t>Writes all HTML, CSS, JS, Python. You describe — it builds. This is the engine behind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360" y="250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7D2240"/>
                </a:solidFill>
                <a:latin typeface="Calibri"/>
              </a:defRPr>
            </a:pPr>
            <a:r>
              <a:t>$20/mo (Pro plan)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4360" y="1100000"/>
            <a:ext cx="26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4360" y="12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D2240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4360" y="14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4360" y="1620000"/>
            <a:ext cx="2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A3F38"/>
                </a:solidFill>
                <a:latin typeface="Calibri"/>
              </a:defRPr>
            </a:pPr>
            <a:r>
              <a:t>Every change is tracked as a "commit." 78 commits = 78 save points you can always revert to. Your safety 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4360" y="250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7D2240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4360" y="1100000"/>
            <a:ext cx="26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4360" y="12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D2240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4360" y="14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Hosting +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4360" y="1620000"/>
            <a:ext cx="2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A3F38"/>
                </a:solidFill>
                <a:latin typeface="Calibri"/>
              </a:defRPr>
            </a:pPr>
            <a:r>
              <a:t>Connect to GitHub and your site goes live instantly. Every push = auto-deploy. Custom domain included.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4360" y="250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7D2240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00000"/>
            <a:ext cx="26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60" y="31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D2240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60" y="33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Database + auth +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60" y="3520000"/>
            <a:ext cx="2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A3F38"/>
                </a:solidFill>
                <a:latin typeface="Calibri"/>
              </a:defRPr>
            </a:pPr>
            <a:r>
              <a:t>Powers the scorecard quiz, booking forms, email capture, PDF downloads. Postgres database with a UI.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60" y="440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7D2240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4360" y="3000000"/>
            <a:ext cx="26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44360" y="3120000"/>
            <a:ext cx="23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D2240"/>
                </a:solidFill>
                <a:latin typeface="Calibri"/>
              </a:defRPr>
            </a:pPr>
            <a:r>
              <a:rPr lang="en-CA" dirty="0"/>
              <a:t>DRIBBLE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544360" y="3320000"/>
            <a:ext cx="230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rPr lang="en-CA" dirty="0"/>
              <a:t>Design Inspiration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3544360" y="3520000"/>
            <a:ext cx="23000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A3F38"/>
                </a:solidFill>
                <a:latin typeface="Calibri"/>
              </a:defRPr>
            </a:pPr>
            <a:r>
              <a:rPr lang="en-CA" dirty="0"/>
              <a:t>Use Dribble to tell Claude Code what kind of design style and layout you prefer – a big time saver and makes it look professional. Just take screenshots.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544360" y="4400000"/>
            <a:ext cx="2300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7D2240"/>
                </a:solidFill>
                <a:latin typeface="Calibri"/>
              </a:defRPr>
            </a:pPr>
            <a:r>
              <a:rPr lang="en-CA" dirty="0"/>
              <a:t>Free</a:t>
            </a:r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6194360" y="3000000"/>
            <a:ext cx="26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4360" y="31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D2240"/>
                </a:solidFill>
                <a:latin typeface="Calibri"/>
              </a:defRPr>
            </a:pPr>
            <a:r>
              <a:t>GOOGLE APIS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4360" y="332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Gmail + Drive +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4360" y="3520000"/>
            <a:ext cx="2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A3F38"/>
                </a:solidFill>
                <a:latin typeface="Calibri"/>
              </a:defRPr>
            </a:pPr>
            <a:r>
              <a:t>Gmail sends the weekly digest. Drive stores social media assets. GTM tracks everything.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4360" y="4400000"/>
            <a:ext cx="23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7D2240"/>
                </a:solidFill>
                <a:latin typeface="Calibri"/>
              </a:defRPr>
            </a:pPr>
            <a:r>
              <a:t>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THE CRITICAL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3EE"/>
                </a:solidFill>
                <a:latin typeface="Georgia"/>
              </a:defRPr>
            </a:pPr>
            <a:r>
              <a:t>What Made the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00000"/>
            <a:ext cx="3900000" cy="14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000" y="118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BRAND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000" y="13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3EE"/>
                </a:solidFill>
                <a:latin typeface="Georgia"/>
              </a:defRPr>
            </a:pPr>
            <a:r>
              <a:t>Website Structure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000" y="165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A Word doc with: positioning statement, brand voice,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target audience, core beliefs, page structure, headlines.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Claude Code reads it and follows it for every page.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This is why the site sounds like Alice, not like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0000" y="1100000"/>
            <a:ext cx="3900000" cy="14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28000" y="118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CLAUDE.MD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00" y="13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3EE"/>
                </a:solidFill>
                <a:latin typeface="Georgia"/>
              </a:defRPr>
            </a:pPr>
            <a:r>
              <a:t>Project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00" y="165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Rules Claude Code follows every session automatically: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Brand colors (burgundy/gold/eggshell), font pairing,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screenshot workflow, anti-generic design guardrails,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hard rules ("never use dark backgrounds").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50000"/>
            <a:ext cx="3900000" cy="14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000" y="273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BRAND ASSETS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000" y="293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3EE"/>
                </a:solidFill>
                <a:latin typeface="Georgia"/>
              </a:defRPr>
            </a:pPr>
            <a:r>
              <a:t>Photos, Screenshots,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000" y="320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1 professional headshot (used on 10+ pages)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Hero images for workshops, blog, webinar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Reference screenshots of competitor sites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PDF lead magnet for download funnel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00" y="2650000"/>
            <a:ext cx="3900000" cy="14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28000" y="273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HORMOZI MARKETING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00" y="293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3EE"/>
                </a:solidFill>
                <a:latin typeface="Georgia"/>
              </a:defRPr>
            </a:pPr>
            <a:r>
              <a:t>10 Campaign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00" y="3200000"/>
            <a:ext cx="3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A Word doc with 10 ad campaigns, lead magnets,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ad copy variants, funnel flows, and budget plan.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Claude Code used it to redesign the entire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EAC8"/>
                </a:solidFill>
                <a:latin typeface="Calibri"/>
              </a:defRPr>
            </a:pPr>
            <a:r>
              <a:t>offer stack and align website with ads strategy.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4632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Alice Bazdikian  ·  Small Business AI Coach  ·  smallbusinessaicoach.com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D2240"/>
                </a:solidFill>
                <a:latin typeface="Calibri"/>
              </a:defRPr>
            </a:pPr>
            <a:r>
              <a:t>WHY THESE ASSETS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410"/>
                </a:solidFill>
                <a:latin typeface="Georgia"/>
              </a:defRPr>
            </a:pPr>
            <a:r>
              <a:rPr dirty="0"/>
              <a:t>Output Quality = Input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000" y="105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410"/>
                </a:solidFill>
                <a:latin typeface="Calibri"/>
              </a:defRPr>
            </a:pPr>
            <a:r>
              <a:t>Brand Document = Your AI Sounds Like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000" y="133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Without it: generic AI copy that sounds like everyone else. With it: every page, blog post, and CTA sounds like Alice wrote it on a good day. Claude Code reads this file before building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00" y="200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410"/>
                </a:solidFill>
                <a:latin typeface="Calibri"/>
              </a:defRPr>
            </a:pPr>
            <a:r>
              <a:t>CLAUDE.md = Consistent Design Across 15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228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Without it: each page looks slightly different, colors drift, fonts change. With it: brand colors, font pairing, spacing rules, and hard constraints applied automatically to every file, every session.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00" y="295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410"/>
                </a:solidFill>
                <a:latin typeface="Calibri"/>
              </a:defRPr>
            </a:pPr>
            <a:r>
              <a:t>Reference Screenshots = Pixel-Perfect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00" y="323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When you show Claude Code a screenshot and say "match this" — it matches it. Spacing, typography, layout. 2 comparison rounds minimum. This is how the site looks designed, not generated.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" y="390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410"/>
                </a:solidFill>
                <a:latin typeface="Calibri"/>
              </a:defRPr>
            </a:pPr>
            <a:r>
              <a:t>Marketing Playbook = Strategy-Driven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" y="418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The website isn't just pretty. Every page, CTA, and funnel was designed to convert — because Claude Code had the ad strategy, personas, and revenue model as context. Design follows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PLUGINS &amp; SKILLS INSTALLED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3EE"/>
                </a:solidFill>
                <a:latin typeface="Georgia"/>
              </a:defRPr>
            </a:pPr>
            <a:r>
              <a:t>The "App Store" for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0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7 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000" y="13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Superpowers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000" y="15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Planning, brainstorming, 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000" y="17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Frontend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000" y="19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Production-grade HTML/CSS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000" y="21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000" y="23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Screenshots, browser testing, PDF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000" y="25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Context7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00" y="27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Live documentation for any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000" y="29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Claude-Mem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000" y="31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Persistent memory across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000" y="33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Last30Days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000" y="35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Research across Reddit, X, 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000" y="37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Remotion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000" y="393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Video generation from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00" y="110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20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00" y="13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SEO Suite (12 skills)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00" y="15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Audits, schema, sitemaps, content, technical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00" y="18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Hormozi 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00" y="20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Campaigns, ad copy, funnels, offers, personas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00" y="23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00" y="25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Posts, messaging, profile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00" y="28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F3EE"/>
                </a:solidFill>
                <a:latin typeface="Calibri"/>
              </a:defRPr>
            </a:pPr>
            <a:r>
              <a:t>Frontend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00" y="30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Anti-generic guardrails, brand-aware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84632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Alice Bazdikian  ·  Small Business AI Coach  ·  smallbusinessaicoach.com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ASSETS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3EE"/>
                </a:solidFill>
                <a:latin typeface="Georgia"/>
              </a:defRPr>
            </a:pPr>
            <a:r>
              <a:t>What to Prepare 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0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DAY 1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0000"/>
            <a:ext cx="27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1 professional headshot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Brand colors (3-4 hex codes)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Business name + tagline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2-3 paragraphs about you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Vercel account (free)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0" y="110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WEEK 1 ADDITIONS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0" y="1350000"/>
            <a:ext cx="27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Supabase account (free tier)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Calendly link (free)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Google Tag Manager ID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Stripe account (if selling)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Testimonials (names + quotes)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0" y="110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9A847"/>
                </a:solidFill>
                <a:latin typeface="Calibri"/>
              </a:defRPr>
            </a:pPr>
            <a:r>
              <a:t>POWER TOOLS (OPTIONAL)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0" y="1350000"/>
            <a:ext cx="27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Gmail OAuth credentials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Google Drive API credentials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Reddit API credentials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Claude API key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EAC8"/>
                </a:solidFill>
                <a:latin typeface="Calibri"/>
              </a:defRPr>
            </a:pPr>
            <a:r>
              <a:t>PDF lead magnet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4632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Alice Bazdikian  ·  Small Business AI Coach  ·  smallbusinessaicoach.com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D2240"/>
                </a:solidFill>
                <a:latin typeface="Calibri"/>
              </a:defRPr>
            </a:pPr>
            <a:r>
              <a:t>WEEKEND 1: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0000"/>
            <a:ext cx="79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410"/>
                </a:solidFill>
                <a:latin typeface="Georgia"/>
              </a:defRPr>
            </a:pPr>
            <a:r>
              <a:rPr lang="en-CA" dirty="0"/>
              <a:t>Starting </a:t>
            </a:r>
            <a:r>
              <a:rPr dirty="0"/>
              <a:t>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1050000"/>
            <a:ext cx="7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410"/>
                </a:solidFill>
                <a:latin typeface="Calibri"/>
              </a:defRPr>
            </a:pPr>
            <a:r>
              <a:t>"Build me a 4-page AI services website"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1300000"/>
            <a:ext cx="7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Homepage, About, Services,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0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" y="1900000"/>
            <a:ext cx="7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410"/>
                </a:solidFill>
                <a:latin typeface="Calibri"/>
              </a:defRPr>
            </a:pPr>
            <a:r>
              <a:t>"Connect the scorecard to Supabase"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2150000"/>
            <a:ext cx="7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Interactive quiz + database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2750000"/>
            <a:ext cx="7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410"/>
                </a:solidFill>
                <a:latin typeface="Calibri"/>
              </a:defRPr>
            </a:pPr>
            <a:r>
              <a:t>"Add a blog with an AI maturity framework article"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000" y="3000000"/>
            <a:ext cx="7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Blog listing page + first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0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D2240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3600000"/>
            <a:ext cx="7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410"/>
                </a:solidFill>
                <a:latin typeface="Calibri"/>
              </a:defRPr>
            </a:pPr>
            <a:r>
              <a:t>"Major update - SEO, workshops, PDF download, About"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" y="3850000"/>
            <a:ext cx="7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A3F38"/>
                </a:solidFill>
                <a:latin typeface="Calibri"/>
              </a:defRPr>
            </a:pPr>
            <a:r>
              <a:t>Workshops page, PDF lead magnet, About redesign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00000"/>
            <a:ext cx="7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9A847"/>
                </a:solidFill>
                <a:latin typeface="Calibri"/>
              </a:defRPr>
            </a:pPr>
            <a:r>
              <a:t>THE FINAL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9A847"/>
                </a:solidFill>
                <a:latin typeface="Georgia"/>
              </a:defRPr>
            </a:pPr>
            <a:r>
              <a:t>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EAC8"/>
                </a:solidFill>
                <a:latin typeface="Calibri"/>
              </a:defRPr>
            </a:pPr>
            <a:r>
              <a:t>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94360" y="11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9A847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4360" y="17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EAC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4360" y="11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9A847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4360" y="17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EAC8"/>
                </a:solidFill>
                <a:latin typeface="Calibri"/>
              </a:defRPr>
            </a:pPr>
            <a:r>
              <a:t>blog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9A847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EAC8"/>
                </a:solidFill>
                <a:latin typeface="Calibri"/>
              </a:defRPr>
            </a:pPr>
            <a:r>
              <a:t>lead magnets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360" y="29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9A847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4360" y="35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EAC8"/>
                </a:solidFill>
                <a:latin typeface="Calibri"/>
              </a:defRPr>
            </a:pPr>
            <a:r>
              <a:t>content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4360" y="29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9A847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4360" y="35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EAC8"/>
                </a:solidFill>
                <a:latin typeface="Calibri"/>
              </a:defRPr>
            </a:pPr>
            <a:r>
              <a:t>lines of code</a:t>
            </a:r>
            <a:br/>
            <a:r>
              <a:t>written by a 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4632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EAC8"/>
                </a:solidFill>
                <a:latin typeface="Calibri"/>
              </a:defRPr>
            </a:pPr>
            <a:r>
              <a:t>Alice Bazdikian  ·  Small Business AI Coach  ·  smallbusinessaicoach.com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1047</Words>
  <Application>Microsoft Macintosh PowerPoint</Application>
  <PresentationFormat>On-screen Show (16:9)</PresentationFormat>
  <Paragraphs>175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Alice Bazdikian</cp:lastModifiedBy>
  <cp:revision>3</cp:revision>
  <dcterms:created xsi:type="dcterms:W3CDTF">2013-01-27T09:14:16Z</dcterms:created>
  <dcterms:modified xsi:type="dcterms:W3CDTF">2026-04-13T19:22:18Z</dcterms:modified>
  <cp:category/>
</cp:coreProperties>
</file>